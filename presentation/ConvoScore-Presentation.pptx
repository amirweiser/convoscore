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this is a small service that scores support conversations with an LLM and makes the results reviewable and observable - built to show how I'd design, deploy, and operate a real system, not just make a demo run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so the reviewer sees I read the brief as a set of constraints, not just a feature list - especially the two 'don't oversell it' rules about SQS and LLM-call atomicity, which shape a lot of the design choices on later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diagram is 'one pipeline, two doors in.' Whether a conversation arrives via the API or lands in S3 directly, it converges on the exact same S3 -&gt; SQS -&gt; worker code path - there's no special-casing based on how it arrived. That's what makes the whole thing testable with one set of behaviors instead of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subtle part is the last bullet. The original naive version deleted the pending row on any S3 exception, assuming the exception proved nothing was written - but a timeout can mean S3 actually accepted the object and the client just never saw the response. Deleting the row in that case would erase a conversation the worker is about to legitimately process. So we check before deciding, and we never silently destroy evidence when the true outcome is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'triggers scoring' answer for this path: an S3 ObjectCreated event under the incoming/ prefix is the trigger, full stop - nothing polls a folder, nothing depends on the API being up. That's also why source_key (the S3 object key) had to become the idempotency anchor rather than a request-generated id - a direct upload never gets one of those from the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fencing is the one piece of this system I'd call genuinely load-bearing: without a per-claim token, an old worker attempt that's just running slow could come back after a newer attempt already reclaimed and finished the same row, and silently overwrite a correct result with a stale one. The fencing turns that into 'the database rejects the stale write' instead of 'whoever writes last wins.'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worth calling out if asked: first, the API genuinely has no code path that can leak the OpenAI key, because it's never injected into that pod's environment at all - not a policy, a fact about the deployment. Second, the refusal-message exclusion was a real finding, not a hypothetical - a refusal's own explanation text can contain fragments of what was flagged.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screenshot on the right is a real conversation from the deployed system, not a mock. Point out that 'durability is demonstrated' - the restart demo is the actual proof, and it specifically checks completed_at hasn't changed, because a re-scored duplicate would also show 'completed' but with a different timestamp.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dirty-tree check is a small thing that closes a real gap: without it, you could build, deploy, make one more uncommitted edit, and rebuild - now the exact same SHA-tagged image name refers to two different sets of code, and nobody can tell which one is actually running from the tag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'how is least privilege represented' - the honest two-part answer is on this slide: the IAM policies are written correctly and scoped tightly, but LocalStack doesn't actually enforce them, so what's being demonstrated here is the intended shape for real AWS, not a currently-enforced restriction.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On-call would watch: DLQ depth rising, the two staleness gauges (worker loop / DLQ collector), the API's 5xx rate, and the cost counter's rate of change as a runaway-spend signal. Both screenshots are from the live deployed system. Worth mentioning if asked: I found and fixed a real bug while preparing these screenshots - the health gauges are defined in a module shared by both the API and worker processes, so without a job label filter the API's own always-zero copy made both alerts fire permanently. Small, but it's exactly the kind of false-positive that trains an on-call engineer to ignore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DEMO-RUNBOOK.md in order during the actual session - it has the exact commands, what should print at each step, how long each part takes, and what to show instead if a live command doesn't cooperate on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deliberately unflattering. Every item here is something I found or decided, not something a reviewer would have to find themselves - I'd rather say it out loud than have it discovered.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'what I'd do next with more time and a real budget,' not 'what's missing from this submission' - the take-home was deliberately scoped smaller than this list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ConvoScore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2461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9C7D3"/>
                </a:solidFill>
                <a:latin typeface="Calibri"/>
              </a:defRPr>
            </a:pPr>
            <a:r>
              <a:rPr>
                <a:latin typeface="Calibri"/>
              </a:rPr>
              <a:t>Turning raw support conversations into a scored, reviewable, on-call-ready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48840"/>
            <a:ext cx="50800" cy="86868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A9AA8"/>
                </a:solidFill>
                <a:latin typeface="Calibri"/>
              </a:defRPr>
            </a:pPr>
            <a:r>
              <a:rPr>
                <a:latin typeface="Calibri"/>
              </a:rPr>
              <a:t>Amir Weiser  ·  Solution Engineer / DevOps take-home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Requirements and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Ingest support-conversation text two ways: an API call, or a file dropped into storage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Score each conversation with an LLM: sentiment, a risk score, a short rationale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Store results durably and make them reviewable by a person - no separate frontend framework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Package as containers, deploy to Kubernetes, provision cloud resources as code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Show real observability: logs, metrics, a dashboard, an induced failure that's visible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Hard constraints I held myself to:</a:t>
            </a:r>
          </a:p>
          <a:p>
            <a:pPr>
              <a:spcAft>
                <a:spcPts val="400"/>
              </a:spcAft>
              <a:defRPr sz="13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–  SQS is at-least-once - never claim exactly-once processing anywhere</a:t>
            </a:r>
          </a:p>
          <a:p>
            <a:pPr>
              <a:spcAft>
                <a:spcPts val="400"/>
              </a:spcAft>
              <a:defRPr sz="13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–  An LLM call and a database commit can't be made atomic - don't pretend otherwise</a:t>
            </a:r>
          </a:p>
          <a:p>
            <a:pPr>
              <a:spcAft>
                <a:spcPts val="400"/>
              </a:spcAft>
              <a:defRPr sz="13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–  Keep the take-home right-sized - no CI, no service mesh, no ORM, no new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Assignment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Both ingestion paths, one shared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28800" cy="914400"/>
          </a:xfrm>
          <a:prstGeom prst="roundRect">
            <a:avLst/>
          </a:prstGeom>
          <a:solidFill>
            <a:srgbClr val="1F8A8A"/>
          </a:solidFill>
          <a:ln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API</a:t>
            </a:r>
            <a:br/>
            <a:r>
              <a:rPr>
                <a:latin typeface="Calibri"/>
              </a:rPr>
              <a:t>POST /conversations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1828800" cy="914400"/>
          </a:xfrm>
          <a:prstGeom prst="roundRect">
            <a:avLst/>
          </a:prstGeom>
          <a:solidFill>
            <a:srgbClr val="C77B1E"/>
          </a:solidFill>
          <a:ln>
            <a:solidFill>
              <a:srgbClr val="C7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Direct upload</a:t>
            </a:r>
            <a:br/>
            <a:r>
              <a:rPr>
                <a:latin typeface="Calibri"/>
              </a:rPr>
              <a:t>(no API call)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423160"/>
            <a:ext cx="1737360" cy="914400"/>
          </a:xfrm>
          <a:prstGeom prst="roundRect">
            <a:avLst/>
          </a:prstGeom>
          <a:solidFill>
            <a:srgbClr val="3D5366"/>
          </a:solidFill>
          <a:ln>
            <a:solidFill>
              <a:srgbClr val="3D5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S3</a:t>
            </a:r>
            <a:br/>
            <a:r>
              <a:rPr>
                <a:latin typeface="Calibri"/>
              </a:rPr>
              <a:t>incoming/{id}.json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2423160"/>
            <a:ext cx="1737360" cy="914400"/>
          </a:xfrm>
          <a:prstGeom prst="roundRect">
            <a:avLst/>
          </a:prstGeom>
          <a:solidFill>
            <a:srgbClr val="3D5366"/>
          </a:solidFill>
          <a:ln>
            <a:solidFill>
              <a:srgbClr val="3D5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SQS</a:t>
            </a:r>
            <a:br/>
            <a:r>
              <a:rPr>
                <a:latin typeface="Calibri"/>
              </a:rPr>
              <a:t>processing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423160"/>
            <a:ext cx="1463040" cy="914400"/>
          </a:xfrm>
          <a:prstGeom prst="roundRect">
            <a:avLst/>
          </a:prstGeom>
          <a:solidFill>
            <a:srgbClr val="1F8A8A"/>
          </a:solidFill>
          <a:ln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Worker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749039"/>
            <a:ext cx="1463040" cy="777240"/>
          </a:xfrm>
          <a:prstGeom prst="roundRect">
            <a:avLst/>
          </a:prstGeom>
          <a:solidFill>
            <a:srgbClr val="162A3E"/>
          </a:solidFill>
          <a:ln>
            <a:solidFill>
              <a:srgbClr val="16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OpenAI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2423160"/>
            <a:ext cx="1463040" cy="914400"/>
          </a:xfrm>
          <a:prstGeom prst="roundRect">
            <a:avLst/>
          </a:prstGeom>
          <a:solidFill>
            <a:srgbClr val="162A3E"/>
          </a:solidFill>
          <a:ln>
            <a:solidFill>
              <a:srgbClr val="16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PostgreSQL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3749039"/>
            <a:ext cx="1463040" cy="777240"/>
          </a:xfrm>
          <a:prstGeom prst="roundRect">
            <a:avLst/>
          </a:prstGeom>
          <a:solidFill>
            <a:srgbClr val="3D5366"/>
          </a:solidFill>
          <a:ln>
            <a:solidFill>
              <a:srgbClr val="3D5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Review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4023360"/>
            <a:ext cx="1737360" cy="777240"/>
          </a:xfrm>
          <a:prstGeom prst="roundRect">
            <a:avLst/>
          </a:prstGeom>
          <a:solidFill>
            <a:srgbClr val="8B2E2E"/>
          </a:solidFill>
          <a:ln>
            <a:solidFill>
              <a:srgbClr val="8B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</a:rPr>
              <a:t>SQS DLQ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68880" y="2286000"/>
            <a:ext cx="548640" cy="502920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468880" y="2971800"/>
            <a:ext cx="548640" cy="502920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54880" y="2880360"/>
            <a:ext cx="502920" cy="0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00500" y="2587752"/>
            <a:ext cx="2011680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05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S3 event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95160" y="2880360"/>
            <a:ext cx="502919" cy="0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40779" y="2587752"/>
            <a:ext cx="2011680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05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poll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3337560"/>
            <a:ext cx="0" cy="411479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23760" y="3250692"/>
            <a:ext cx="2011680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05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score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880360"/>
            <a:ext cx="502920" cy="0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06740" y="2587752"/>
            <a:ext cx="2011680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05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store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195560" y="3337560"/>
            <a:ext cx="0" cy="411479"/>
          </a:xfrm>
          <a:prstGeom prst="line">
            <a:avLst/>
          </a:prstGeom>
          <a:ln w="25400">
            <a:solidFill>
              <a:srgbClr val="3D53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26480" y="3337560"/>
            <a:ext cx="0" cy="685800"/>
          </a:xfrm>
          <a:prstGeom prst="line">
            <a:avLst/>
          </a:prstGeom>
          <a:ln w="25400">
            <a:solidFill>
              <a:srgbClr val="8B2E2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3387852"/>
            <a:ext cx="2011680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defRPr sz="105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after retries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API never calls OpenAI - it validates, writes to Postgres as 'pending', puts the object in S3, returns 202</a:t>
            </a:r>
          </a:p>
          <a:p>
            <a:pPr>
              <a:spcAft>
                <a:spcPts val="1000"/>
              </a:spcAft>
              <a:defRPr sz="14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direct upload skips the API entirely - the same S3 -&gt; SQS -&gt; worker path picks it up</a:t>
            </a:r>
          </a:p>
          <a:p>
            <a:pPr>
              <a:spcAft>
                <a:spcPts val="1000"/>
              </a:spcAft>
              <a:defRPr sz="14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One validation contract, one claim/scoring path, one place the DLQ can be reached from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INGESTION PATH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API ingestion,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Client sends POST /conversations with {"text": "..."}</a:t>
            </a:r>
          </a:p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Request body is validated once, through the same Pydantic model the worker also uses (rejects missing/empty/whitespace-only/non-string/over-20,000-character text)</a:t>
            </a:r>
          </a:p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'pending' row is inserted in Postgres first - the id exists before anything touches S3</a:t>
            </a:r>
          </a:p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conversation is written to S3 under incoming/{id}.json</a:t>
            </a:r>
          </a:p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API returns 202 with the id and a status URL - it does not wait for scoring</a:t>
            </a:r>
          </a:p>
          <a:p>
            <a:pPr>
              <a:spcAft>
                <a:spcPts val="1000"/>
              </a:spcAft>
              <a:defRPr sz="16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If S3 write fails: a bounded HEAD check decides the outcome - object actually landed -&gt; still 202; definitely never landed -&gt; a visible failed/enqueue_failed row, never a silent delete of evidence; genuinely unknown -&gt; the row stays visible and pending, client gets a retryable 503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API ingestion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INGESTION PATH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Direct S3 ingestion,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Anything else (a script, a colleague, a batch job) puts a JSON object under incoming/ in the S3 bucket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bucket has a notification wired to the SQS processing queue for that prefix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S3 emits an ObjectCreated event -&gt; SQS delivers it to the worker - no API involved at all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worker looks up the row by source_key (the S3 key) - none exists yet, so it creates one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From here it's the identical code path as the API case: validate, claim, score, store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Same S3 key uploaded twice -&gt; the UNIQUE constraint on source_key means the second upload finds the existing row instead of creating a duplicate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Direct S3 ingestion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WORKER INTERNALS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Visibility, retries, DLQ, and claim fencing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SQS visibility timeout (60s) hides a message while it's being worked - if the worker doesn't delete it in time, SQS makes it visible again automatically</a:t>
            </a:r>
          </a:p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maxReceiveCount = 3: after 3 delivery attempts without success, SQS moves the message to a dead-letter queue on its own - the worker never has to implement that part</a:t>
            </a:r>
          </a:p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transient scoring failure is logged and left undeleted every attempt, not just the last one - on the final attempt the row is marked failed/transient_exhausted and still left undeleted, so SQS's own redrive (not our code) is what reaches the DLQ</a:t>
            </a:r>
          </a:p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Idempotency: source_key is UNIQUE - a duplicate delivery of the same object finds the same row</a:t>
            </a:r>
          </a:p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Claim fencing: every claim gets a fresh processing_token; a superseded (older, slower) attempt can never overwrite what a newer attempt already wrote - it's rejected at the database level</a:t>
            </a:r>
          </a:p>
          <a:p>
            <a:pPr>
              <a:spcAft>
                <a:spcPts val="1000"/>
              </a:spcAft>
              <a:defRPr sz="15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Remaining, honestly stated: a crash between 'OpenAI answered' and 'the guarded commit landed' can still cause one extra paid OpenAI call - SQS is at-least-once and an LLM call can't be made atomic with a DB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Worker, SQS, idempotency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OpenAI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Structured output: the model returns sentiment, a 0.0-1.0 risk score, and a one-sentence rationale - validated against a Pydantic schema, not parsed out of free text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20s request timeout; tenacity-driven retries with exponential backoff (one retry mechanism, not two - the SDK's own built-in retries are explicitly disabled)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Every result captures the model name, prompt version, input/output token counts, and an estimated cost in USD (a hardcoded per-model price table - an estimate, not a billing feed)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model refusal is treated like any other scoring failure and retried the same way - and its own explanation text is never stored or logged, since a refusal can echo back part of the flagged input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OpenAI key reaches only the worker, as a Kubernetes Secret created out-of-band - the API never receives it, because the API never calls OpenAI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OpenAI integration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STORAGE AND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PostgreSQL, durability, and the review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126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One table, one state machine: pending -&gt; processing -&gt; completed, or -&gt; failed (validation / transient_exhausted / enqueue_failed)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PostgreSQL runs as a StatefulSet backed by a PersistentVolumeClaim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Durability is demonstrated, not just claimed: the restart demo captures a completed row's full result before deleting the API, worker, and Postgres pods, then proves the row is byte-for-byte identical afterward - including the completed_at timestamp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Human review is two server-rendered pages: a list (status, sentiment, risk, created) and a detail view (full result, timestamps, failure reason if any) - no separate frontend build</a:t>
            </a:r>
          </a:p>
        </p:txBody>
      </p:sp>
      <p:pic>
        <p:nvPicPr>
          <p:cNvPr id="6" name="Picture 5" descr="review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40280"/>
            <a:ext cx="4754880" cy="3566160"/>
          </a:xfrm>
          <a:prstGeom prst="rect">
            <a:avLst/>
          </a:prstGeom>
          <a:ln w="12700">
            <a:solidFill>
              <a:srgbClr val="D8DC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Persistence and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Kubernetes: one image, two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Multi-stage Docker build: a builder stage installs dependencies into a venv; the runtime stage copies only that venv plus app/ - no git metadata, tests, or Terraform state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One image, two entrypoints - `python -m uvicorn app.main:app` for the API, `python -m app.worker` for the worker - the Helm chart just overrides the container command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Non-root (uid 1000), read-only root filesystem, all Linux capabilities dropped, seccomp RuntimeDefault, no auto-mounted service account token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Startup/liveness/readiness probes tuned to real behavior - readiness runs an actual SELECT 1, not just a pool checkout, and a generous startup grace period covers a cold Postgres pull without the liveness probe killing an otherwise-healthy pod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The image tag is always the current git SHA - deploy.sh now refuses to build at all if any tracked source/Docker/Helm/Terraform file has uncommitted changes, so one tag can never silently point at two different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Kubernetes and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Terraform, notifications, and least privilege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Terraform (against LocalStack, standing in for AWS) provisions everything the pipeline needs: the S3 bucket, the processing queue, its dead-letter queue, and the redrive policy linking them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An S3 bucket notification wires ObjectCreated events under incoming/ straight to the SQS queue - this is what makes the direct-upload path work with zero polling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IAM policies describe the intended least-privilege shape per component: the API can only PutObject under incoming/*; the worker can GetObject there, and can Receive/Delete/GetAttributes only on the processing queue plus GetUrl/GetAttributes only on the DLQ - never a wildcard resource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Honest caveat: LocalStack Community does not enforce IAM at the API-call level - these policies show the real-AWS shape, they don't actually restrict anything in this environment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Kubernetes Secrets are created out-of-band by a small script, referenced by name from the Helm chart, and never templated into it or committed to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Terraform and security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Logs, metrics, dashboard, and what's on watch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Structured JSON logs, stdout only - never a raw exception message or third-party exception text, only its type name plus stack frames, enforced through one shared formatter used everywhere including unhandled-exception paths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Prometheus metrics: processing outcomes, HTTP/processing latency, OpenAI tokens and estimated cost, DLQ depth, plus two health gauges most dashboards skip</a:t>
            </a:r>
          </a:p>
          <a:p>
            <a:pPr>
              <a:spcAft>
                <a:spcPts val="1000"/>
              </a:spcAft>
              <a:defRPr sz="16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Worker-loop and DLQ-collector 'last progress' timestamps - a bare TCP liveness check only proves the process is alive, not that it's doing anything; these gauges (and a matching Prometheus alert) catch a wedged loop that liveness alone would miss</a:t>
            </a:r>
          </a:p>
        </p:txBody>
      </p:sp>
      <p:pic>
        <p:nvPicPr>
          <p:cNvPr id="6" name="Picture 5" descr="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72768"/>
            <a:ext cx="4937760" cy="3621024"/>
          </a:xfrm>
          <a:prstGeom prst="rect">
            <a:avLst/>
          </a:prstGeom>
          <a:ln w="12700">
            <a:solidFill>
              <a:srgbClr val="D8DCE0"/>
            </a:solidFill>
          </a:ln>
        </p:spPr>
      </p:pic>
      <p:pic>
        <p:nvPicPr>
          <p:cNvPr id="7" name="Picture 6" descr="prometheus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6" y="5257800"/>
            <a:ext cx="3584448" cy="1280160"/>
          </a:xfrm>
          <a:prstGeom prst="rect">
            <a:avLst/>
          </a:prstGeom>
          <a:ln w="12700">
            <a:solidFill>
              <a:srgbClr val="D8DC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Observability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Success, direct S3, induced failure, restart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1. Success: submit via the API and upload directly to S3 - both reach completed with a real OpenAI result, checked straight against Postgres</a:t>
            </a:r>
          </a:p>
          <a:p>
            <a:pPr>
              <a:spcAft>
                <a:spcPts val="1000"/>
              </a:spcAft>
              <a:defRPr sz="18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2. Induced failure: a deterministic trigger fails scoring on purpose - watch it retry 3 times roughly 60 seconds apart, land in the DLQ, and a healthy conversation submitted alongside it complete normally the whole time</a:t>
            </a:r>
          </a:p>
          <a:p>
            <a:pPr>
              <a:spcAft>
                <a:spcPts val="1000"/>
              </a:spcAft>
              <a:defRPr sz="18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3. Restart: delete the API, worker, and Postgres pods - watch them come back on the same image tag, and confirm the pre-restart result is unchanged, down to the timestamp</a:t>
            </a:r>
          </a:p>
          <a:p>
            <a:pPr>
              <a:spcAft>
                <a:spcPts val="1000"/>
              </a:spcAft>
              <a:defRPr sz="18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Exact commands, expected output, timing, and fallback screenshots are in presentation/DEMO-RUNBOOK.md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Live demo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HONESTY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Tradeoffs and known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No exactly-once processing claim anywhere - SQS is at-least-once by design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crash between an OpenAI response and the guarded commit can cause one extra paid OpenAI call for the same conversation - bounded and rare, not eliminated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Prometheus and Grafana storage is emptyDir - metrics/dashboard history do not survive a pod restart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LocalStack Community does not enforce the IAM policies Terraform defines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Pod-restart durability is demonstrated; full cluster deletion or losing the underlying volume is not, and isn't claimed to be</a:t>
            </a:r>
          </a:p>
          <a:p>
            <a:pPr>
              <a:spcAft>
                <a:spcPts val="1000"/>
              </a:spcAft>
              <a:defRPr sz="170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Grafana uses anonymous viewer access and cost figures are estimates from a hardcoded pricing table - both explicit, documented tradeoffs for a local take-home, not oversights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Tradeoffs and limitations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8A8A"/>
                </a:solidFill>
                <a:latin typeface="Calibri"/>
              </a:defRPr>
            </a:pPr>
            <a:r>
              <a:rPr>
                <a:latin typeface="Calibri"/>
              </a:rP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A3E"/>
                </a:solidFill>
                <a:latin typeface="Calibri"/>
              </a:defRPr>
            </a:pPr>
            <a:r>
              <a:rPr>
                <a:latin typeface="Calibri"/>
              </a:rPr>
              <a:t>What changes for real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828800" cy="3810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Managed database and queue/storage services (RDS/ElastiCache-equivalent, real SQS/S3) instead of a self-hosted Postgres pod and LocalStack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Workload identity (e.g. IRSA) instead of static test/test AWS credentials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An external secret manager instead of manually-created Kubernetes Secrets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Authenticated Grafana with real users and roles; persistent metrics/dashboard storage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High availability (multiple replicas, an HA Postgres topology), autoscaling on queue depth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Alert routing to a real on-call system instead of Prometheus-only visibility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Backups, TLS/Ingress, conversation-content retention and privacy controls</a:t>
            </a:r>
          </a:p>
          <a:p>
            <a:pPr>
              <a:spcAft>
                <a:spcPts val="1000"/>
              </a:spcAft>
              <a:defRPr sz="1550">
                <a:solidFill>
                  <a:srgbClr val="202428"/>
                </a:solidFill>
                <a:latin typeface="Calibri"/>
              </a:defRPr>
            </a:pPr>
            <a:r>
              <a:rPr>
                <a:latin typeface="Calibri"/>
              </a:rPr>
              <a:t>•  A transactional outbox or idempotency-keyed LLM call to close the remaining duplicate-OpenAI-call window described earlier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7"/>
                </a:solidFill>
                <a:latin typeface="Calibri"/>
              </a:defRPr>
            </a:pPr>
            <a:r>
              <a:rPr>
                <a:latin typeface="Calibri"/>
              </a:rPr>
              <a:t>ConvoScore  ·  Production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